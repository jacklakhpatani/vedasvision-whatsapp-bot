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384048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E6A3"/>
                </a:solidFill>
              </a:rPr>
              <a:t>INDIA'S BIGGEST MARKET SCAM — EXPOSED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" y="1728216"/>
            <a:ext cx="2395728" cy="17556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228600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jesh_expor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22860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336" y="3172968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E6A3"/>
                </a:solidFill>
              </a:rPr>
              <a:t>RAJESH EXPORTS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37360"/>
            <a:ext cx="5943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4AF37"/>
                </a:solidFill>
              </a:rPr>
              <a:t>FRAUD
EXPOSED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63456" y="1728216"/>
            <a:ext cx="2395728" cy="17556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8320" y="1783080"/>
            <a:ext cx="228600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alcambi_logo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783080"/>
            <a:ext cx="228600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63456" y="3172968"/>
            <a:ext cx="2395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E6A3"/>
                </a:solidFill>
              </a:rPr>
              <a:t>VALCAMBI 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70332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03B3B"/>
                </a:solidFill>
              </a:rPr>
              <a:t>₹15.15 LAKH CRORE REVENUE SCAM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CCCCCC"/>
                </a:solidFill>
              </a:rPr>
              <a:t>How India's Top Gold Exporter Allegedly Fabricated 99% of Its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E6A3"/>
                </a:solidFill>
              </a:rPr>
              <a:t>SEBI Interim Order  |  June 3, 2026  |  A VedasVision Compliance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WHO IS RAJESH EXPORTS?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The company that claimed to be India's largest gold exporter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" y="1179576"/>
            <a:ext cx="3035808" cy="22128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9260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jesh_mehta_lar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292608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" y="3081528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E6A3"/>
                </a:solidFill>
              </a:rPr>
              <a:t>RAJESH MEHTA — Chairman &amp; 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3282696"/>
            <a:ext cx="3035808" cy="18470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292608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ajesh_expor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37560"/>
            <a:ext cx="292608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896" y="4818888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E6A3"/>
                </a:solidFill>
              </a:rPr>
              <a:t>Rajesh Exports Limited (RAJESHEXPO)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261872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61872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3258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F37"/>
                </a:solidFill>
              </a:rPr>
              <a:t>🏢  Founded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258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1995  |  Bengaluru, Karnataka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755648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55648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18196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F37"/>
                </a:solidFill>
              </a:rPr>
              <a:t>📈  Listed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196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BSE (531500) &amp; NSE (RAJESHEXPO)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2249424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2249424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23134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F37"/>
                </a:solidFill>
              </a:rPr>
              <a:t>🌍  Key 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134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Valcambi SA, Switzerland — world's largest gold refinery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2743200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2743200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280720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F37"/>
                </a:solidFill>
              </a:rPr>
              <a:t>📊  Reported Rev FY25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8072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₹4.23 LAKH CRORE (consolidated)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236976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3236976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330098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F37"/>
                </a:solidFill>
              </a:rPr>
              <a:t>✅  Actual 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3009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~₹423 crore  —  only 0.1% of claimed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3730752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2440" y="3730752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37947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F37"/>
                </a:solidFill>
              </a:rPr>
              <a:t>🏦  Key Investor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7947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LIC of India  —  10.79% stake (your &amp; mine premium)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4224528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4224528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42885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F37"/>
                </a:solidFill>
              </a:rPr>
              <a:t>📉  Stock fall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2885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80% decline over 3 years before SEBI order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4718304"/>
            <a:ext cx="4389120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92440" y="4718304"/>
            <a:ext cx="3749039" cy="40233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03320" y="47823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D4AF37"/>
                </a:solidFill>
              </a:rPr>
              <a:t>⚡  Post-order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7823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Hit lower circuit at ₹103.92 on June 3,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</a:rPr>
              <a:t>⚠️  Harshad Mehta scam = ₹4,000 crore  |  Rajesh Exports alleged = ₹15,15,000 crore  —  3787× BIGGER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HOW THE SCAM UNRAVELED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One shareholder complaint → 2-year investigation → India's biggest alleged fraud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29215" y="36576"/>
            <a:ext cx="2212848" cy="129844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84080" y="91440"/>
            <a:ext cx="210312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bi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91440"/>
            <a:ext cx="210312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29215" y="1024128"/>
            <a:ext cx="22128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E6A3"/>
                </a:solidFill>
              </a:rPr>
              <a:t>SEBI — Regulator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115214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1828800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</a:rPr>
              <a:t>MARCH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307592"/>
            <a:ext cx="93268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 shareholder files complaint with SEBI.
Reason: Trade receivables pending for 2+ years — a classic fraud red flag.
(If sales are real, why is the payment not coming?)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23160"/>
            <a:ext cx="115214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23160"/>
            <a:ext cx="1828800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</a:rPr>
              <a:t>OCT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496312"/>
            <a:ext cx="93268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SEBI launches formal investigation.
Forensic auditor BDO India appointed.
Company asked for ERP access, books, journal entries, subsidiary records.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11880"/>
            <a:ext cx="115214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611880"/>
            <a:ext cx="1828800" cy="109728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</a:rPr>
              <a:t>ONGOING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685032"/>
            <a:ext cx="93268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Company refuses full cooperation:
• Does not give ERP system access
• Auditors don't submit working papers
• Cites Swiss data protection laws to block Valcambi records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00600"/>
            <a:ext cx="115214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800600"/>
            <a:ext cx="182880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</a:rPr>
              <a:t>JUNE 3,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873752"/>
            <a:ext cx="93268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SEBI Interim Order issued — HISTORIC:
• Rajesh Mehta BANNED from securities markets
• 99% revenue misrepresentation confirmed
• ₹12,726 crore shareholder wealth destruction estimated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THE SHELL COMPANY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4 layers of subsidiaries — the middle layer NEVER audited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0" y="1234440"/>
            <a:ext cx="3200400" cy="6583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0D1A"/>
                </a:solidFill>
              </a:rPr>
              <a:t>REL — Rajesh Exports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LISTED IN INDIA  |  NSE / BSE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304288"/>
            <a:ext cx="3200400" cy="65836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50008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0D1A"/>
                </a:solidFill>
              </a:rPr>
              <a:t>REL Singapore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700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100% Subsidiary  |  NO 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383280"/>
            <a:ext cx="3200400" cy="65836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429000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GGR — Global Gold Refineries 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749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95% held by REL Singapore  |  NEVER AUDITED ⚠️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383280"/>
            <a:ext cx="3200400" cy="6583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4AF37"/>
                </a:solidFill>
              </a:rPr>
              <a:t>BAB AL Rayan Jewellery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100% REL Singapore  |  CEASED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4480560"/>
            <a:ext cx="320040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526280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0D1A"/>
                </a:solidFill>
              </a:rPr>
              <a:t>Valcambi 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463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REAL Refinery  |  Balerna, Switzerland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2472" y="1883664"/>
            <a:ext cx="36576" cy="4297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62472" y="2962656"/>
            <a:ext cx="36576" cy="42062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ajesh_export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98448"/>
            <a:ext cx="1371600" cy="1108253"/>
          </a:xfrm>
          <a:prstGeom prst="rect">
            <a:avLst/>
          </a:prstGeom>
        </p:spPr>
      </p:pic>
      <p:pic>
        <p:nvPicPr>
          <p:cNvPr id="24" name="Picture 23" descr="valcambi_logo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462272"/>
            <a:ext cx="1371600" cy="1371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20040" y="5303520"/>
            <a:ext cx="11521440" cy="137160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303520"/>
            <a:ext cx="64008" cy="137160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" y="53583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3B3B"/>
                </a:solidFill>
              </a:rPr>
              <a:t>THE CORE FRAUD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5705856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GGR — the holding company above Valcambi — was NEVER independently audited.
REL booked ₹15 lakh crore revenue at GGR level. Valcambi (KPMG-audited) reported only ₹423–543 crore in the same period.
The gap between GGR's claimed revenue and Valcambi's audited revenue = ₹15 LAKH CRORE of alleged fake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THE REVENUE ILLUSION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How ₹15.15 Lakh Crore of 'Revenue' was manufactured from thin 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92056" y="1133856"/>
            <a:ext cx="2304288" cy="25786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46920" y="1188720"/>
            <a:ext cx="2194560" cy="2194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alcambi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188720"/>
            <a:ext cx="219456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92056" y="3401568"/>
            <a:ext cx="23042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E6A3"/>
                </a:solidFill>
              </a:rPr>
              <a:t>Valcambi Gold 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5029200" cy="5074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527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</a:rPr>
              <a:t>WHAT REL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09928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709928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₹2.02 Lakh Crore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185416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₹3.31 Lakh Crore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60904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660904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₹3.28 Lakh Crore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36392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136392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₹2.38 Lakh Crore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E6A3"/>
                </a:solidFill>
              </a:rPr>
              <a:t>FY25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611880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₹4.23 Lakh Crore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87368"/>
            <a:ext cx="1828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E6A3"/>
                </a:solidFill>
              </a:rPr>
              <a:t>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087368"/>
            <a:ext cx="2834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03B3B"/>
                </a:solidFill>
              </a:rPr>
              <a:t>₹15.22 Lakh Crore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1188720"/>
            <a:ext cx="3794760" cy="507492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12527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WHAT WAS ACTUALLY VERIFIED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1719072"/>
            <a:ext cx="3520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Valcambi SA
(KPMG Audited)
5-Year Revenue: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50545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ECC71"/>
                </a:solidFill>
              </a:rPr>
              <a:t>~₹3,000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12724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03B3B"/>
                </a:solidFill>
              </a:rPr>
              <a:t>vs ₹15.15 LAKH CRORE reported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3611880"/>
            <a:ext cx="35204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3703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</a:rPr>
              <a:t>WHY THE GAP?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050791"/>
            <a:ext cx="3520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Valcambi refines gold — earns
a PROCESSING FEE only.
REL booked the FULL MARKET
VALUE of all gold processed
as their own revenue.
Like a drycleaner charging
₹500 but reporting ₹10 lakh
suit value as 'sales'.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THE AFFLUENCE SECURITIES SCAM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How company money funded the promoter's personal F&amp;O bets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21440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</a:rPr>
              <a:t>THE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REL books showed ₹11,487 crore SALES + ₹11,488 crore PURCHASES with 'Affluence Shares &amp; Stocks Pvt Ltd' (FY22-FY24).
SEBI contacted Affluence. Their reply: 'We have NO client named Rajesh Exports. These transactions NEVER happened.'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" y="2734056"/>
            <a:ext cx="2578608" cy="198424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788920"/>
            <a:ext cx="2468880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ajesh_mehta_lar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88920"/>
            <a:ext cx="246888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5176" y="4407407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E6A3"/>
                </a:solidFill>
              </a:rPr>
              <a:t>RAJESH MEHTA — Promoter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788920"/>
            <a:ext cx="2103120" cy="160020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1A"/>
                </a:solidFill>
              </a:rPr>
              <a:t>STEP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3200400"/>
            <a:ext cx="21031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3255264"/>
            <a:ext cx="1883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REL funds moved to
Mehta's PERSONAL account
₹339 crore+
No board approval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788920"/>
            <a:ext cx="2103120" cy="1600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1A"/>
                </a:solidFill>
              </a:rPr>
              <a:t>STEP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3200400"/>
            <a:ext cx="21031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3248" y="3255264"/>
            <a:ext cx="1883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Mehta places personal
DERIVATIVES TRADES (F&amp;O)
High-risk bets with
company money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43800" y="2788920"/>
            <a:ext cx="2103120" cy="1600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1A"/>
                </a:solidFill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3200400"/>
            <a:ext cx="21031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7" y="3255264"/>
            <a:ext cx="1883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Trade amounts booked
BACK into REL books
as fake Sales +
Purchases via 'Affluence'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788920"/>
            <a:ext cx="2103120" cy="1600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19" y="2834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1A"/>
                </a:solidFill>
              </a:rPr>
              <a:t>STEP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3200400"/>
            <a:ext cx="210312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7" y="3255264"/>
            <a:ext cx="1883664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Result: Revenue inflated
Actual fund diversion
completely hidden
from all investors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572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8C00"/>
                </a:solidFill>
              </a:rPr>
              <a:t>💸  Shareholder wealth destroyed: ₹12,726 Crore  |  Stock: -80% in 3 years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074920"/>
            <a:ext cx="11521440" cy="155448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074920"/>
            <a:ext cx="64008" cy="155448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7" y="51023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B3B"/>
                </a:solidFill>
              </a:rPr>
              <a:t>WHAT THIS MEANS FOR UAE GOLD INDUSTRY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5449824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Under CBUAE and FATF DNFBP guidelines: ANY fund transfer from a company to a director/promoter's personal account
MUST have board approval AND be disclosed as a related-party transaction. Undisclosed fund flows = AML red flag = regulatory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THE MISSING MINES &amp; MYSTERY MILLIONS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₹10,547 crore in 'assets' — zero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57784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4AF37"/>
                </a:solidFill>
              </a:rPr>
              <a:t>AFRICA GOLD MINES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5303520" cy="713232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19072"/>
            <a:ext cx="64008" cy="7132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FY23: Disclosed ₹1,035 crore investment in
'gold mines in Africa' (no location given)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42032"/>
            <a:ext cx="5303520" cy="713232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542032"/>
            <a:ext cx="64008" cy="7132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3347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FY25: Same 'investment' grew to ₹10,547 crore
— 10× jump in just 2 years, no explanation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64991"/>
            <a:ext cx="5303520" cy="713232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364991"/>
            <a:ext cx="64008" cy="7132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5643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SEBI asked for: Ownership docs, location,
valuation report — company provided NOTHING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87952"/>
            <a:ext cx="5303520" cy="713232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187952"/>
            <a:ext cx="64008" cy="7132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7939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Company then said it 'cannot locate its
earlier response' — own words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010912"/>
            <a:ext cx="5303520" cy="713232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5010912"/>
            <a:ext cx="64008" cy="7132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SEBI conclusion: These assets may be
COMPLETELY FICTITIOUS — inflating asset 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188720"/>
            <a:ext cx="557784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34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C00"/>
                </a:solidFill>
              </a:rPr>
              <a:t>ELEST EV COMPANY — SILENT FUND DRAIN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719072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719072"/>
            <a:ext cx="64008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810512"/>
            <a:ext cx="4983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Elest = lithium-ion battery &amp; EV company
Directly related to the Rajesh group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560320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2560320"/>
            <a:ext cx="64008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651760"/>
            <a:ext cx="4983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₹565.88 crore transferred FROM REL → Elest
across FY21–FY26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01568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401568"/>
            <a:ext cx="64008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493008"/>
            <a:ext cx="4983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Only ₹350.03 crore returned
→ NET OUTFLOW: ₹215.85 crore — gone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242816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242816"/>
            <a:ext cx="64008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334255"/>
            <a:ext cx="4983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NEVER disclosed as a related-party transaction
to investors, board, or SEBI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084064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5084064"/>
            <a:ext cx="64008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175503"/>
            <a:ext cx="4983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Jan 1, 2025: REL's stake in ACC Energy Storage
dropped 100% → 51% on SAME DAY Elest got 49%
₹147 crore flowed — partially reversed same 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925312"/>
            <a:ext cx="5303520" cy="749808"/>
          </a:xfrm>
          <a:prstGeom prst="rect">
            <a:avLst/>
          </a:prstGeom>
          <a:solidFill>
            <a:srgbClr val="1A12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5925312"/>
            <a:ext cx="64008" cy="7498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6016751"/>
            <a:ext cx="49834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Company's own MD &amp; CFO stated:
'WE WERE UNAWARE of these transactions'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10 RED FLAGS THAT WERE ALWAYS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Any careful investor could have spotted these years before SEBI did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07008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167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527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99% REVENUE OVERSEAS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Nearly all from Swiss/Singapore subs — no Indian visibility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07008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07008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3167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2527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RECEIVABLES PILING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48132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Unpaid 2+ years — classic sign of fake/non-existent sales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19656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1819656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9293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186537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GGR NEVER AUDITED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09397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₹15L crore revenue booked — ZERO independent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819656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819656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9293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86537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AUDITORS BLOCKED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093976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No ERP, no journal dump, no subsidiary records given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32304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432304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5420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4780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ONE ENTITY = 99% SALES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70662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All revenue concentrated in promoter-controlled entities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432304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2432304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5420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4780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ASSETS 10× WITHOUT PROOF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706624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Africa mines ₹1,035 Cr → ₹10,547 Cr — no documentation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044952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044952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0906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FUND FLOWS W/O APPROVAL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3192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₹339+ Cr to personal account — no board/audit sanction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044952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3044952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09067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STOCK FELL 80% IN 3 YRS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3319272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Market sensed trouble before retail investors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657600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3657600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7673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370332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MD/CFO UNAWARE OF DEALS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93192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Management ignorant of own entity's large transactions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657600"/>
            <a:ext cx="557784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2200" y="3657600"/>
            <a:ext cx="457200" cy="548640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37673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370332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4AF37"/>
                </a:solidFill>
              </a:rPr>
              <a:t>RPT NOT DISCLOSED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393192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</a:rPr>
              <a:t>Elest transactions completely hidden — earnings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LIC: THE BIGGEST QUESTION 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India's largest insurer held 10.79% — funded by your insurance premiums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1207007"/>
            <a:ext cx="4224528" cy="2304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261872"/>
            <a:ext cx="4114800" cy="1920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61872"/>
            <a:ext cx="411480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2608" y="3200400"/>
            <a:ext cx="4224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E6A3"/>
                </a:solidFill>
              </a:rPr>
              <a:t>LIC — Life Insurance Corporation of 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3383280"/>
            <a:ext cx="4114800" cy="2788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429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</a:rPr>
              <a:t>LIC's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7947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03B3B"/>
                </a:solidFill>
              </a:rPr>
              <a:t>10.79% Stake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425696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At peak worth ₹2,000+ crore
Post 80% fall → massive loss
Money = public premiums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5230368"/>
            <a:ext cx="4224528" cy="18013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5285232"/>
            <a:ext cx="4114800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bi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5285232"/>
            <a:ext cx="4114800" cy="1417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2608" y="6720840"/>
            <a:ext cx="4224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E6A3"/>
                </a:solidFill>
              </a:rPr>
              <a:t>SEBI — Issued the Interim Order, June 3,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261872"/>
            <a:ext cx="7040880" cy="5440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316736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2ECC71"/>
                </a:solidFill>
              </a:rPr>
              <a:t>WHAT PROPER INSTITUTIONAL DUE DILIGENCE MUST INCLUDE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783080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Verify revenue AT SUBSIDIARY LEVEL, not just consolidated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258568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Demand independent audit of ALL material overseas entities (GGR was the key miss)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734056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Cross-check trade receivables aging — &gt;90 days is a mandatory red 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209544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Confirm 3rd-party transactions by contacting counterparties DIRECTLY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685031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Validate all disclosed assets with ownership docs and independent 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160519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Screen related-party disclosures against actual banking fund 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36007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Scrutinize revenue concentration &gt;50% in any single entity or 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5111495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Monitor promoter's personal financial activity vs company account 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5586983"/>
            <a:ext cx="6720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✅  Request ERP/system access — refusal is itself a major red flag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COMPLIANCE LESSONS FOR UAE GOLD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What this case means for gold traders, refiners &amp; dealers in the UAE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80776" y="1115568"/>
            <a:ext cx="1115568" cy="13898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35640" y="1170432"/>
            <a:ext cx="100584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alcambi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170432"/>
            <a:ext cx="100584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80776" y="2194560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E6A3"/>
                </a:solidFill>
              </a:rPr>
              <a:t>Gold Refining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6187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61872"/>
            <a:ext cx="109728" cy="16276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533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REVENUE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3736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Refiners must ONLY book processing/refining fees as revenue — NOT the full market value of client gold.
Using gross gold value as revenue = misrepresentation (Rajesh Exports' core fraud).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26187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261872"/>
            <a:ext cx="109728" cy="16276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3533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SUBSIDIARY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73736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Every overseas entity in your group must be independently audited.
Consolidated numbers without subsidiary-level verification = a hiding place for fraud.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9923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99232"/>
            <a:ext cx="109728" cy="1627632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90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3B3B"/>
                </a:solidFill>
              </a:rPr>
              <a:t>RELATED PARTY 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7472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CBUAE, DMCC &amp; DIFC require full related-party disclosure.
Any fund flow to connected entities must be board-approved and disclosed — no exceptions.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99923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2999232"/>
            <a:ext cx="109728" cy="16276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090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TRADE RECEIVABLES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47472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Outstanding receivables &gt;90 days require compliance/board escalation.
This was the EXACT trigger that exposed the Rajesh Exports fraud.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73659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736592"/>
            <a:ext cx="109728" cy="162763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2803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COUNTERPARTY VERIFICATION (AML)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12079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Always independently verify that your counterparty confirms the transaction.
Fake transactions like the Affluence deal would FAIL a basic FATF KYC/CDD check.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4736592"/>
            <a:ext cx="5577840" cy="16276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8" y="4736592"/>
            <a:ext cx="109728" cy="16276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82803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ASSET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5212079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Claims of gold inventory, mining assets or collateral MUST be supported by ownership docs,
third-party valuations, and independent confirmation — no assertion without evidence.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AF37"/>
                </a:solidFill>
              </a:rPr>
              <a:t>THE NUMBERS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Everything you need to remember —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834640" cy="6400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3B3B"/>
                </a:solidFill>
              </a:rPr>
              <a:t>₹15.15
Lakh Crore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6712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Revenue allegedly
misrepresented FY21–25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18688" y="1234440"/>
            <a:ext cx="283464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00"/>
                </a:solidFill>
              </a:rPr>
              <a:t>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16712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Of consolidated revenue
that could NOT be verified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234440"/>
            <a:ext cx="2834640" cy="6400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3B3B"/>
                </a:solidFill>
              </a:rPr>
              <a:t>₹12,726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16712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Shareholder wealth
destroyed by the fraud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23444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1234440"/>
            <a:ext cx="283464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00"/>
                </a:solidFill>
              </a:rPr>
              <a:t>₹339 Cr+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16712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Diverted to promoter's
personal derivatives bets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246120"/>
            <a:ext cx="283464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</a:rPr>
              <a:t>₹10,547 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1788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'Africa gold mines'
— zero documentation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18688" y="3246120"/>
            <a:ext cx="2834640" cy="64008"/>
          </a:xfrm>
          <a:prstGeom prst="rect">
            <a:avLst/>
          </a:prstGeom>
          <a:solidFill>
            <a:srgbClr val="E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03B3B"/>
                </a:solidFill>
              </a:rPr>
              <a:t>₹11,487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41788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Fake sales booked with
Affluence (they denied all)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3246120"/>
            <a:ext cx="283464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00"/>
                </a:solidFill>
              </a:rPr>
              <a:t>₹215 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41788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Net outflow to Elest EV
(undisclosed related party)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07424" y="3246120"/>
            <a:ext cx="283464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07424" y="3246120"/>
            <a:ext cx="283464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4" y="33832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4AF37"/>
                </a:solidFill>
              </a:rPr>
              <a:t>10.79%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41788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CCCC"/>
                </a:solidFill>
              </a:rPr>
              <a:t>LIC's stake —
public money at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4AF37"/>
                </a:solidFill>
              </a:rPr>
              <a:t>KEY TAKEAWAYS</a:t>
            </a:r>
          </a:p>
        </p:txBody>
      </p:sp>
      <p:pic>
        <p:nvPicPr>
          <p:cNvPr id="5" name="Picture 4" descr="sebi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37160"/>
            <a:ext cx="1371600" cy="820217"/>
          </a:xfrm>
          <a:prstGeom prst="rect">
            <a:avLst/>
          </a:prstGeom>
        </p:spPr>
      </p:pic>
      <p:pic>
        <p:nvPicPr>
          <p:cNvPr id="6" name="Picture 5" descr="rajesh_expor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7160"/>
            <a:ext cx="1371600" cy="11082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80467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0467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90525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Rajesh Exports = India's largest alleged revenue misrepresentation — ₹15.15 lakh crore over 5 years (bigger than Harshad Mehta)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9903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9903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996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Fraud hidden through 4-layer offshore subsidiaries — middle entity GGR was NEVER independently audited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9339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9339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939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Affluence Securities fake transactions: promoter moved company funds to personal account for derivatives trading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8775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58775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6883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Basic due diligence — checking receivable aging, verifying counterparties, demanding subsidiary audits — could have exposed this much earlier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8211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18211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28269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For UAE gold industry: gross gold value CANNOT be your revenue if you are a refiner — only the processing/refining fee counts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7647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7647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87705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LIC's 10.79% stake shows even large institutional investors can miss red flags — never rely on others' due diligence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70832"/>
            <a:ext cx="11430000" cy="51206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370832"/>
            <a:ext cx="82296" cy="5120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4714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SEBI's interim order marks a new era: gold companies with opaque overseas structures will face heightened regulatory scrutiny globally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852160"/>
            <a:ext cx="11430000" cy="749808"/>
          </a:xfrm>
          <a:prstGeom prst="rect">
            <a:avLst/>
          </a:prstGeom>
          <a:solidFill>
            <a:srgbClr val="1A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852160"/>
            <a:ext cx="114300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E6A3"/>
                </a:solidFill>
              </a:rPr>
              <a:t>Follow VedasVision for weekly Compliance &amp; Gold Industry insights  |  Share this with your team — knowledge protects your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